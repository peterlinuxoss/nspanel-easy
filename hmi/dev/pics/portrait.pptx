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66" r:id="rId3"/>
    <p:sldId id="258" r:id="rId4"/>
    <p:sldId id="265" r:id="rId5"/>
    <p:sldId id="263" r:id="rId6"/>
    <p:sldId id="260" r:id="rId7"/>
    <p:sldId id="262" r:id="rId8"/>
  </p:sldIdLst>
  <p:sldSz cx="3048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B9D"/>
    <a:srgbClr val="666666"/>
    <a:srgbClr val="4472C4"/>
    <a:srgbClr val="FFFFFF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0C778-99A6-48B0-9013-6975E1DA3DE2}" v="7" dt="2024-01-20T13:49:3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58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FD80C778-99A6-48B0-9013-6975E1DA3DE2}"/>
    <pc:docChg chg="undo custSel addSld delSld modSld">
      <pc:chgData name="Edward Firmo" userId="a172d909a3b48d48" providerId="LiveId" clId="{FD80C778-99A6-48B0-9013-6975E1DA3DE2}" dt="2024-01-20T13:49:56.067" v="129" actId="1076"/>
      <pc:docMkLst>
        <pc:docMk/>
      </pc:docMkLst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2478264824" sldId="256"/>
        </pc:sldMkLst>
      </pc:sldChg>
      <pc:sldChg chg="del">
        <pc:chgData name="Edward Firmo" userId="a172d909a3b48d48" providerId="LiveId" clId="{FD80C778-99A6-48B0-9013-6975E1DA3DE2}" dt="2023-12-16T12:43:29.098" v="30" actId="47"/>
        <pc:sldMkLst>
          <pc:docMk/>
          <pc:sldMk cId="481644452" sldId="257"/>
        </pc:sldMkLst>
      </pc:sldChg>
      <pc:sldChg chg="addSp delSp modSp mod">
        <pc:chgData name="Edward Firmo" userId="a172d909a3b48d48" providerId="LiveId" clId="{FD80C778-99A6-48B0-9013-6975E1DA3DE2}" dt="2023-12-16T12:37:25.329" v="3" actId="962"/>
        <pc:sldMkLst>
          <pc:docMk/>
          <pc:sldMk cId="220686341" sldId="258"/>
        </pc:sldMkLst>
        <pc:picChg chg="del">
          <ac:chgData name="Edward Firmo" userId="a172d909a3b48d48" providerId="LiveId" clId="{FD80C778-99A6-48B0-9013-6975E1DA3DE2}" dt="2023-12-16T12:37:01.557" v="0" actId="478"/>
          <ac:picMkLst>
            <pc:docMk/>
            <pc:sldMk cId="220686341" sldId="258"/>
            <ac:picMk id="2" creationId="{632986F5-F442-0F89-C91C-356012685765}"/>
          </ac:picMkLst>
        </pc:picChg>
        <pc:picChg chg="add mod">
          <ac:chgData name="Edward Firmo" userId="a172d909a3b48d48" providerId="LiveId" clId="{FD80C778-99A6-48B0-9013-6975E1DA3DE2}" dt="2023-12-16T12:37:25.329" v="3" actId="962"/>
          <ac:picMkLst>
            <pc:docMk/>
            <pc:sldMk cId="220686341" sldId="258"/>
            <ac:picMk id="4" creationId="{F086EAF8-13C6-23DD-1547-4E35A34A1D12}"/>
          </ac:picMkLst>
        </pc:picChg>
      </pc:sldChg>
      <pc:sldChg chg="new del">
        <pc:chgData name="Edward Firmo" userId="a172d909a3b48d48" providerId="LiveId" clId="{FD80C778-99A6-48B0-9013-6975E1DA3DE2}" dt="2023-12-16T12:37:54.076" v="7" actId="47"/>
        <pc:sldMkLst>
          <pc:docMk/>
          <pc:sldMk cId="945131844" sldId="259"/>
        </pc:sldMkLst>
      </pc:sldChg>
      <pc:sldChg chg="addSp modSp add mod">
        <pc:chgData name="Edward Firmo" userId="a172d909a3b48d48" providerId="LiveId" clId="{FD80C778-99A6-48B0-9013-6975E1DA3DE2}" dt="2023-12-16T12:41:40.532" v="24" actId="1076"/>
        <pc:sldMkLst>
          <pc:docMk/>
          <pc:sldMk cId="3861062762" sldId="260"/>
        </pc:sldMkLst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2" creationId="{390AE322-5457-0548-7BCF-9BF2DB5AA5EE}"/>
          </ac:spMkLst>
        </pc:spChg>
        <pc:spChg chg="add mod">
          <ac:chgData name="Edward Firmo" userId="a172d909a3b48d48" providerId="LiveId" clId="{FD80C778-99A6-48B0-9013-6975E1DA3DE2}" dt="2023-12-16T12:39:34.201" v="12" actId="1076"/>
          <ac:spMkLst>
            <pc:docMk/>
            <pc:sldMk cId="3861062762" sldId="260"/>
            <ac:spMk id="3" creationId="{0B0391D2-9F72-CFC2-0625-E27D2ED143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5" creationId="{8BCB7F83-6F41-508A-150C-D48759CDBF10}"/>
          </ac:spMkLst>
        </pc:spChg>
        <pc:spChg chg="add mod">
          <ac:chgData name="Edward Firmo" userId="a172d909a3b48d48" providerId="LiveId" clId="{FD80C778-99A6-48B0-9013-6975E1DA3DE2}" dt="2023-12-16T12:41:15.770" v="19" actId="1076"/>
          <ac:spMkLst>
            <pc:docMk/>
            <pc:sldMk cId="3861062762" sldId="260"/>
            <ac:spMk id="6" creationId="{722E42D9-015C-9F6A-F883-B1D1840444D0}"/>
          </ac:spMkLst>
        </pc:spChg>
        <pc:spChg chg="add mod">
          <ac:chgData name="Edward Firmo" userId="a172d909a3b48d48" providerId="LiveId" clId="{FD80C778-99A6-48B0-9013-6975E1DA3DE2}" dt="2023-12-16T12:40:10.865" v="14" actId="1076"/>
          <ac:spMkLst>
            <pc:docMk/>
            <pc:sldMk cId="3861062762" sldId="260"/>
            <ac:spMk id="7" creationId="{A4F49CA8-3850-88E4-8471-6AF4BC9DDB52}"/>
          </ac:spMkLst>
        </pc:spChg>
        <pc:spChg chg="add mod">
          <ac:chgData name="Edward Firmo" userId="a172d909a3b48d48" providerId="LiveId" clId="{FD80C778-99A6-48B0-9013-6975E1DA3DE2}" dt="2023-12-16T12:41:40.532" v="24" actId="1076"/>
          <ac:spMkLst>
            <pc:docMk/>
            <pc:sldMk cId="3861062762" sldId="260"/>
            <ac:spMk id="8" creationId="{C834FA7B-63B8-43AA-6836-61B86D79B263}"/>
          </ac:spMkLst>
        </pc:spChg>
        <pc:spChg chg="add mod">
          <ac:chgData name="Edward Firmo" userId="a172d909a3b48d48" providerId="LiveId" clId="{FD80C778-99A6-48B0-9013-6975E1DA3DE2}" dt="2023-12-16T12:41:22.425" v="22" actId="1076"/>
          <ac:spMkLst>
            <pc:docMk/>
            <pc:sldMk cId="3861062762" sldId="260"/>
            <ac:spMk id="9" creationId="{DED73328-3F31-4EB9-5967-270B6B0B7ED7}"/>
          </ac:spMkLst>
        </pc:spChg>
        <pc:spChg chg="add mod">
          <ac:chgData name="Edward Firmo" userId="a172d909a3b48d48" providerId="LiveId" clId="{FD80C778-99A6-48B0-9013-6975E1DA3DE2}" dt="2023-12-16T12:40:56.393" v="17" actId="1076"/>
          <ac:spMkLst>
            <pc:docMk/>
            <pc:sldMk cId="3861062762" sldId="260"/>
            <ac:spMk id="10" creationId="{D06409C1-F888-5597-7F61-02C772BFAD8E}"/>
          </ac:spMkLst>
        </pc:spChg>
      </pc:sldChg>
      <pc:sldChg chg="add del">
        <pc:chgData name="Edward Firmo" userId="a172d909a3b48d48" providerId="LiveId" clId="{FD80C778-99A6-48B0-9013-6975E1DA3DE2}" dt="2023-12-16T12:43:29.098" v="30" actId="47"/>
        <pc:sldMkLst>
          <pc:docMk/>
          <pc:sldMk cId="2308532733" sldId="261"/>
        </pc:sldMkLst>
      </pc:sldChg>
      <pc:sldChg chg="addSp delSp modSp add mod">
        <pc:chgData name="Edward Firmo" userId="a172d909a3b48d48" providerId="LiveId" clId="{FD80C778-99A6-48B0-9013-6975E1DA3DE2}" dt="2023-12-16T12:43:25.236" v="29" actId="478"/>
        <pc:sldMkLst>
          <pc:docMk/>
          <pc:sldMk cId="182044153" sldId="262"/>
        </pc:sldMkLst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2" creationId="{390AE322-5457-0548-7BCF-9BF2DB5AA5EE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3" creationId="{0B0391D2-9F72-CFC2-0625-E27D2ED143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5" creationId="{8BCB7F83-6F41-508A-150C-D48759CDBF1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6" creationId="{722E42D9-015C-9F6A-F883-B1D1840444D0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7" creationId="{A4F49CA8-3850-88E4-8471-6AF4BC9DDB52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8" creationId="{C834FA7B-63B8-43AA-6836-61B86D79B263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9" creationId="{DED73328-3F31-4EB9-5967-270B6B0B7ED7}"/>
          </ac:spMkLst>
        </pc:spChg>
        <pc:spChg chg="mod">
          <ac:chgData name="Edward Firmo" userId="a172d909a3b48d48" providerId="LiveId" clId="{FD80C778-99A6-48B0-9013-6975E1DA3DE2}" dt="2023-12-16T12:43:21.579" v="28" actId="207"/>
          <ac:spMkLst>
            <pc:docMk/>
            <pc:sldMk cId="182044153" sldId="262"/>
            <ac:spMk id="10" creationId="{D06409C1-F888-5597-7F61-02C772BFAD8E}"/>
          </ac:spMkLst>
        </pc:spChg>
        <pc:spChg chg="add del mod">
          <ac:chgData name="Edward Firmo" userId="a172d909a3b48d48" providerId="LiveId" clId="{FD80C778-99A6-48B0-9013-6975E1DA3DE2}" dt="2023-12-16T12:43:25.236" v="29" actId="478"/>
          <ac:spMkLst>
            <pc:docMk/>
            <pc:sldMk cId="182044153" sldId="262"/>
            <ac:spMk id="11" creationId="{63B64F51-5D38-9E3B-5823-C074C81EBBCB}"/>
          </ac:spMkLst>
        </pc:spChg>
      </pc:sldChg>
      <pc:sldChg chg="addSp modSp add mod">
        <pc:chgData name="Edward Firmo" userId="a172d909a3b48d48" providerId="LiveId" clId="{FD80C778-99A6-48B0-9013-6975E1DA3DE2}" dt="2024-01-20T13:49:56.067" v="129" actId="1076"/>
        <pc:sldMkLst>
          <pc:docMk/>
          <pc:sldMk cId="1439606373" sldId="263"/>
        </pc:sldMkLst>
        <pc:picChg chg="add mod">
          <ac:chgData name="Edward Firmo" userId="a172d909a3b48d48" providerId="LiveId" clId="{FD80C778-99A6-48B0-9013-6975E1DA3DE2}" dt="2024-01-20T13:49:56.067" v="129" actId="1076"/>
          <ac:picMkLst>
            <pc:docMk/>
            <pc:sldMk cId="1439606373" sldId="263"/>
            <ac:picMk id="2" creationId="{5B63B5A7-0D5D-1A71-435F-BB635A8BA282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3" creationId="{12D5DFD8-8037-C70D-A947-3C129F0541A0}"/>
          </ac:picMkLst>
        </pc:picChg>
        <pc:picChg chg="add mod">
          <ac:chgData name="Edward Firmo" userId="a172d909a3b48d48" providerId="LiveId" clId="{FD80C778-99A6-48B0-9013-6975E1DA3DE2}" dt="2024-01-20T13:48:24.135" v="124" actId="1076"/>
          <ac:picMkLst>
            <pc:docMk/>
            <pc:sldMk cId="1439606373" sldId="263"/>
            <ac:picMk id="5" creationId="{ACCA1889-0EFB-DEF8-D0DF-C32205ED2AC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48242"/>
            <a:ext cx="2590800" cy="1591733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401359"/>
            <a:ext cx="2286000" cy="110384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3372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643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63" y="1139826"/>
            <a:ext cx="2628900" cy="1901825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63" y="3059643"/>
            <a:ext cx="2628900" cy="1000125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941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5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3050" y="1217083"/>
            <a:ext cx="12954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336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243418"/>
            <a:ext cx="26289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947" y="1120775"/>
            <a:ext cx="128944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947" y="1670050"/>
            <a:ext cx="128944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3050" y="1120775"/>
            <a:ext cx="1295797" cy="549275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3050" y="1670050"/>
            <a:ext cx="129579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0685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5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39645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797" y="658285"/>
            <a:ext cx="1543050" cy="3249083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33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47" y="304800"/>
            <a:ext cx="983059" cy="10668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95797" y="658285"/>
            <a:ext cx="1543050" cy="3249083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47" y="1371600"/>
            <a:ext cx="983059" cy="254105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9030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481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81225" y="243417"/>
            <a:ext cx="65722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550" y="243417"/>
            <a:ext cx="193357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939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550" y="243418"/>
            <a:ext cx="26289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550" y="1217083"/>
            <a:ext cx="26289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95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2026-05-26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9650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52650" y="4237568"/>
            <a:ext cx="685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1833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843E-6F91-AA1C-724A-0175A819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C2117E2E-9266-24EC-54CC-E54A0B820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0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9CA4FBC-91E7-BAB0-5AE4-E058DDE2F4FB}"/>
              </a:ext>
            </a:extLst>
          </p:cNvPr>
          <p:cNvSpPr/>
          <p:nvPr/>
        </p:nvSpPr>
        <p:spPr>
          <a:xfrm>
            <a:off x="1524000" y="2286000"/>
            <a:ext cx="4356016" cy="4118610"/>
          </a:xfrm>
          <a:prstGeom prst="flowChartConnector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rgbClr val="020202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3E3E3E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035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08120-9D17-864E-1011-05FFE74AE836}"/>
              </a:ext>
            </a:extLst>
          </p:cNvPr>
          <p:cNvSpPr/>
          <p:nvPr/>
        </p:nvSpPr>
        <p:spPr>
          <a:xfrm>
            <a:off x="333375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86C877-B4B9-3A97-DED5-33F582B6DABD}"/>
              </a:ext>
            </a:extLst>
          </p:cNvPr>
          <p:cNvSpPr/>
          <p:nvPr/>
        </p:nvSpPr>
        <p:spPr>
          <a:xfrm>
            <a:off x="1238250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42B72A-DA70-D7C0-2644-F52A4B5989D6}"/>
              </a:ext>
            </a:extLst>
          </p:cNvPr>
          <p:cNvSpPr/>
          <p:nvPr/>
        </p:nvSpPr>
        <p:spPr>
          <a:xfrm>
            <a:off x="2143125" y="350520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622E46-AF79-CBBA-3566-CA2B135F0BEB}"/>
              </a:ext>
            </a:extLst>
          </p:cNvPr>
          <p:cNvSpPr/>
          <p:nvPr/>
        </p:nvSpPr>
        <p:spPr>
          <a:xfrm>
            <a:off x="828675" y="762000"/>
            <a:ext cx="381000" cy="238125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>
            <a:solidFill>
              <a:srgbClr val="365B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4D4F0A-A9C3-9FF8-2F94-6B0D6547A9BC}"/>
              </a:ext>
            </a:extLst>
          </p:cNvPr>
          <p:cNvSpPr/>
          <p:nvPr/>
        </p:nvSpPr>
        <p:spPr>
          <a:xfrm>
            <a:off x="1838325" y="762000"/>
            <a:ext cx="381000" cy="2381250"/>
          </a:xfrm>
          <a:prstGeom prst="roundRect">
            <a:avLst>
              <a:gd name="adj" fmla="val 50000"/>
            </a:avLst>
          </a:prstGeom>
          <a:solidFill>
            <a:srgbClr val="666666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5645-D1A3-8AA5-C689-B5885F4B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4B63E5E4-55E1-2C88-FC5A-3D20BFD07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83CE1F-0627-B22B-B5D5-51E914D15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A6FCE0-FEA0-475F-0649-AC95AE9D6587}"/>
              </a:ext>
            </a:extLst>
          </p:cNvPr>
          <p:cNvSpPr/>
          <p:nvPr/>
        </p:nvSpPr>
        <p:spPr>
          <a:xfrm>
            <a:off x="455019" y="2566151"/>
            <a:ext cx="2114550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6C4E71-1836-6660-1F8B-EE057D921EBB}"/>
              </a:ext>
            </a:extLst>
          </p:cNvPr>
          <p:cNvSpPr/>
          <p:nvPr/>
        </p:nvSpPr>
        <p:spPr>
          <a:xfrm>
            <a:off x="464543" y="2721431"/>
            <a:ext cx="2114550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6029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pic>
        <p:nvPicPr>
          <p:cNvPr id="2" name="Picture 1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5B63B5A7-0D5D-1A71-435F-BB635A8BA28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67" y="2560647"/>
            <a:ext cx="1905266" cy="1905266"/>
          </a:xfrm>
          <a:prstGeom prst="rect">
            <a:avLst/>
          </a:prstGeom>
        </p:spPr>
      </p:pic>
      <p:pic>
        <p:nvPicPr>
          <p:cNvPr id="3" name="Picture 2" descr="A yellow and white gradient&#10;&#10;Description automatically generated">
            <a:extLst>
              <a:ext uri="{FF2B5EF4-FFF2-40B4-BE49-F238E27FC236}">
                <a16:creationId xmlns:a16="http://schemas.microsoft.com/office/drawing/2014/main" id="{12D5DFD8-8037-C70D-A947-3C129F054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008" y="322272"/>
            <a:ext cx="809625" cy="2238375"/>
          </a:xfrm>
          <a:prstGeom prst="rect">
            <a:avLst/>
          </a:prstGeom>
        </p:spPr>
      </p:pic>
      <p:pic>
        <p:nvPicPr>
          <p:cNvPr id="5" name="Picture 4" descr="A blue and white background&#10;&#10;Description automatically generated">
            <a:extLst>
              <a:ext uri="{FF2B5EF4-FFF2-40B4-BE49-F238E27FC236}">
                <a16:creationId xmlns:a16="http://schemas.microsoft.com/office/drawing/2014/main" id="{ACCA1889-0EFB-DEF8-D0DF-C32205ED2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4" y="32227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0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6106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waves on a black background&#10;&#10;Description automatically generated">
            <a:extLst>
              <a:ext uri="{FF2B5EF4-FFF2-40B4-BE49-F238E27FC236}">
                <a16:creationId xmlns:a16="http://schemas.microsoft.com/office/drawing/2014/main" id="{F086EAF8-13C6-23DD-1547-4E35A34A1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48000" cy="4572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0AE322-5457-0548-7BCF-9BF2DB5AA5EE}"/>
              </a:ext>
            </a:extLst>
          </p:cNvPr>
          <p:cNvSpPr/>
          <p:nvPr/>
        </p:nvSpPr>
        <p:spPr>
          <a:xfrm>
            <a:off x="361950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0391D2-9F72-CFC2-0625-E27D2ED14352}"/>
              </a:ext>
            </a:extLst>
          </p:cNvPr>
          <p:cNvSpPr/>
          <p:nvPr/>
        </p:nvSpPr>
        <p:spPr>
          <a:xfrm>
            <a:off x="1724025" y="48577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CB7F83-6F41-508A-150C-D48759CDBF10}"/>
              </a:ext>
            </a:extLst>
          </p:cNvPr>
          <p:cNvSpPr/>
          <p:nvPr/>
        </p:nvSpPr>
        <p:spPr>
          <a:xfrm>
            <a:off x="1724025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2E42D9-015C-9F6A-F883-B1D1840444D0}"/>
              </a:ext>
            </a:extLst>
          </p:cNvPr>
          <p:cNvSpPr/>
          <p:nvPr/>
        </p:nvSpPr>
        <p:spPr>
          <a:xfrm>
            <a:off x="1724025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F49CA8-3850-88E4-8471-6AF4BC9DDB52}"/>
              </a:ext>
            </a:extLst>
          </p:cNvPr>
          <p:cNvSpPr/>
          <p:nvPr/>
        </p:nvSpPr>
        <p:spPr>
          <a:xfrm>
            <a:off x="361950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4FA7B-63B8-43AA-6836-61B86D79B263}"/>
              </a:ext>
            </a:extLst>
          </p:cNvPr>
          <p:cNvSpPr/>
          <p:nvPr/>
        </p:nvSpPr>
        <p:spPr>
          <a:xfrm>
            <a:off x="360347" y="34004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D73328-3F31-4EB9-5967-270B6B0B7ED7}"/>
              </a:ext>
            </a:extLst>
          </p:cNvPr>
          <p:cNvSpPr/>
          <p:nvPr/>
        </p:nvSpPr>
        <p:spPr>
          <a:xfrm>
            <a:off x="361950" y="14573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6409C1-F888-5597-7F61-02C772BFAD8E}"/>
              </a:ext>
            </a:extLst>
          </p:cNvPr>
          <p:cNvSpPr/>
          <p:nvPr/>
        </p:nvSpPr>
        <p:spPr>
          <a:xfrm>
            <a:off x="1724025" y="2438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04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153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4</cp:revision>
  <dcterms:created xsi:type="dcterms:W3CDTF">2023-12-16T10:47:37Z</dcterms:created>
  <dcterms:modified xsi:type="dcterms:W3CDTF">2026-05-25T22:43:33Z</dcterms:modified>
</cp:coreProperties>
</file>